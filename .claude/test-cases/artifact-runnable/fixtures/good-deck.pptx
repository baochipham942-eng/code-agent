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Artifact runnable regression fixture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由 pptxgenjs 4.0.1 真实生成（与产品 pptxExport 同引擎）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2026-07-03T23:46:05Z</dcterms:created>
  <dcterms:modified xsi:type="dcterms:W3CDTF">2026-07-03T23:46:05Z</dcterms:modified>
</cp:coreProperties>
</file>