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Agent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驱动的智能编程助手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用自然语言描述需求，自动生成代码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支持 50+ 编程语言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智能代码编辑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精准文件修改（edit_file）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代码搜索与重构（grep/glob）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 Agent 协作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Coder：代码编写与调试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Reviewer：代码审查与测试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Explorer：代码探索与分析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工具生态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 内置工具（文件操作、Shell、Web 搜索）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支持 MCP 协议扩展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Code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Agent 产品介绍</dc:title>
  <dc:subject>Code Agent 产品介绍</dc:subject>
  <dc:creator>Code Agent</dc:creator>
  <cp:lastModifiedBy>Code Agent</cp:lastModifiedBy>
  <cp:revision>1</cp:revision>
  <dcterms:created xsi:type="dcterms:W3CDTF">2026-02-05T03:41:04Z</dcterms:created>
  <dcterms:modified xsi:type="dcterms:W3CDTF">2026-02-05T03:41:04Z</dcterms:modified>
</cp:coreProperties>
</file>