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0FF8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Agent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2286000" cy="7315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驱动的智能开发助手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Code Agent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现状与挑战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0" y="365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软件开发效率面临瓶颈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37160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920240" cy="2560320"/>
          </a:xfrm>
          <a:prstGeom prst="roundRect">
            <a:avLst>
              <a:gd name="adj" fmla="val 7143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1371600" cy="36576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开发者每天花费 **** 时间在非编码任务上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645920"/>
            <a:ext cx="1920240" cy="2560320"/>
          </a:xfrm>
          <a:prstGeom prst="roundRect">
            <a:avLst>
              <a:gd name="adj" fmla="val 7143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828800"/>
            <a:ext cx="1371600" cy="36576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97480" y="30175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代码审查、调试、文档编写占用大量时间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645920"/>
            <a:ext cx="1920240" cy="2560320"/>
          </a:xfrm>
          <a:prstGeom prst="roundRect">
            <a:avLst>
              <a:gd name="adj" fmla="val 7143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828800"/>
            <a:ext cx="1371600" cy="36576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00600" y="30175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复杂项目需要跨文件、跨语言协作 人工效率有限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645920"/>
            <a:ext cx="1920240" cy="2560320"/>
          </a:xfrm>
          <a:prstGeom prst="roundRect">
            <a:avLst>
              <a:gd name="adj" fmla="val 7143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828800"/>
            <a:ext cx="1371600" cy="36576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011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03720" y="30175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新技术栈学习成本高 知识获取碎片化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Agent 核心价值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37160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0" y="365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用自然语言驱动软件开发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37160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0" y="365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09728" cy="109728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**自主编码**：理解需求后自动生成完整代码实现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09728" cy="109728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317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**智能调试**：定位问题根因并提供修复方案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109728" cy="109728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089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**代码审查**：自动检测安全漏洞和性能隐患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09728" cy="109728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886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**知识增强**：实时获取文档、API 信息辅助开发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1371600"/>
            <a:ext cx="4389120" cy="3474720"/>
          </a:xfrm>
          <a:prstGeom prst="roundRect">
            <a:avLst>
              <a:gd name="adj" fmla="val 3947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5" name="Image 0" descr="/tmp/code_agent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63040"/>
            <a:ext cx="4206240" cy="329184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数据说话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37160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Code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Agent - AI 驱动的智能开发助手</dc:title>
  <dc:subject>Code Agent - AI 驱动的智能开发助手</dc:subject>
  <dc:creator>Code Agent</dc:creator>
  <cp:lastModifiedBy>Code Agent</cp:lastModifiedBy>
  <cp:revision>1</cp:revision>
  <dcterms:created xsi:type="dcterms:W3CDTF">2026-02-05T11:15:50Z</dcterms:created>
  <dcterms:modified xsi:type="dcterms:W3CDTF">2026-02-05T11:15:50Z</dcterms:modified>
</cp:coreProperties>
</file>