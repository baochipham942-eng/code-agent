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AI Coding 工具 2026 简报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市场格局与团队选型建议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面向资深产品经理 / 工程负责人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覆盖 Claude Code / Cursor / Replit / v0 / Bolt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背景概述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AI Coding 工具从代码补全演进到端到端 Agent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评测体系尚未收敛，团队选型缺乏一致基线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本简报锚定 2026 年 4 月主流工具的共性与差异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数据分析报告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Claude Code 周活：230 万（环比增长 18%）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Cursor 用户：85 万（环比增长 12%）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Replit Agent 跑通率：62%（对照基线 41%）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团队接入路径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评估 — 锚定团队语料、评测集与红线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试点 — 选 1 条业务线跑 4 周 A/B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推广 — 把 winning 工具沉淀到 onboarding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总结回顾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选型不是选最强，而是选与团队评测体系匹配的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BoN 与 self-repair 上限是工具基础能力，非加分项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下一阶段重点是把多 Agent 协作流程标准化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致谢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Q&amp;A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联系方式：lin@porsche.cn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Tools 2026 Snapshot</dc:title>
  <dc:subject>PptxGenJS Presentation</dc:subject>
  <dc:creator>PptxGenJS</dc:creator>
  <cp:lastModifiedBy>PptxGenJS</cp:lastModifiedBy>
  <cp:revision>1</cp:revision>
  <dcterms:created xsi:type="dcterms:W3CDTF">2026-05-07T12:53:02Z</dcterms:created>
  <dcterms:modified xsi:type="dcterms:W3CDTF">2026-05-07T12:53:02Z</dcterms:modified>
</cp:coreProperties>
</file>